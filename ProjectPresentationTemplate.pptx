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052D-B99A-F77D-DA21-5A685AB40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79886-4A2B-E06B-F33A-DA16FAA83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60F4-9153-47DD-0C5E-E19BB52F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0D0C2-EBA7-D1AB-395C-45B9591A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611FA-4029-8CC0-6C6E-0963D93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7460-696C-E24A-CBA2-2E6DF250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2C1B-ADCB-A0CD-4519-55CBE447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97081-BC26-F258-36A0-118F67CC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FAAFF-98FD-4B1D-C040-FE74B24A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0F28D-097F-977A-881E-3976C270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44A8-9A42-D22E-B1E8-C2C4991A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5827A-ADD9-C931-7467-8854B44FA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67B5-EB4F-F9D9-9E53-2D2DA776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33334-7BBF-ADD6-09A2-73D084C2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BFF88-2764-1CDB-8F93-137D563B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7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71CE-5FD9-18A5-2A76-C058EB34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8E2AF-F7AE-4C66-6E31-1F35C36B8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2A208-797D-54BD-18A5-F80B6F48D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851B0-5D35-BA98-82E2-11499B1C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3AD71-8971-2AAD-79EF-0E4E9071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6B671-7101-513F-8734-6891D68D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6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E30C-7DD7-1E0D-1DEE-BFFC14E8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975E8-1BC2-63B3-BC65-6B1EC1AA6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BE313-FEA6-7F6B-760B-1DBED9E75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BAD33-3E26-64F0-4390-B5014A3EA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82AAA-F7D5-491B-1EE3-A3ACA8D64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AF95F-584B-484E-FD43-A823AE984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B7CDF-964A-19FE-E73C-DE4BAC64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1A437-AFBC-8299-2CB4-DE3BA4DE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1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B62B-72D0-03F3-6C5A-2BE120F7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3CC70-BFBF-134A-9B7A-3ECD9CA7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BC82C-DCF4-45A9-1B97-88707621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292BC-9BC0-8968-A6ED-620F6083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2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89E7E-E792-55CF-7408-1D3511F2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56EDB-11BD-B793-B125-5C3F3AFB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F87F7-EC1C-365D-9A70-2EB4AF8B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6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F8C1-1BDE-B60A-BB38-7F59499D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27B5A-80E2-0801-F404-50E18BA7B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78B0C-6E02-AC70-7DBF-23D2F2B6F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19753-DE75-5A67-C475-84D02DC5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3820D-A583-0EAA-C4C4-FC249425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5A2DB-2AD6-51A0-6039-73B9DD93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53FE-FEBE-222E-BB07-7DE12210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E8BBF-FE35-2B40-CC1A-4786BD352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7B60A-8F9D-5F21-2B87-67F101A4A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639F5-A9C9-1DD2-BE6C-B8667933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5AE17-9ADB-B29D-FE64-01F3F244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49A6F-01F6-4DB8-9FBE-2329624B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80F0-D09A-AD7B-E527-7CB74466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60EE2-2134-EBEC-B48A-1CB9345B7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1EF67-842E-357E-2671-C48D43CE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BF60D-5884-053A-27E3-8CD1E31C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A774-3770-71FB-7DF0-EBB940CF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8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D78B8-AAA2-A870-8EB2-28DD473B7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9D3F0-568A-6429-F020-2260B9603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DA9E5-EC66-ACBC-EDB2-7F94340B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367E-1B00-CABD-D569-DF49BC32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975A6-FCAA-11C8-BAE1-009E8FBB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8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0670C-E2E4-86FE-B907-288662748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2BE6A-44CE-1E0C-6347-194D32BC3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938A1-784B-E7D9-2D1E-36BE62AA9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DB9FD-3E0A-49E5-8FA4-AF407B617720}" type="datetimeFigureOut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B0F62-A6AC-F939-7811-EB0803370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74021-273E-C8C9-FABB-77DCBDB96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47CC7-FF01-48B9-A479-3760D7DF0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6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779E-6777-8870-4225-6A2353ED6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67219-329A-A10E-611B-D5C2D3BDA5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List of all group members</a:t>
            </a:r>
          </a:p>
        </p:txBody>
      </p:sp>
    </p:spTree>
    <p:extLst>
      <p:ext uri="{BB962C8B-B14F-4D97-AF65-F5344CB8AC3E}">
        <p14:creationId xmlns:p14="http://schemas.microsoft.com/office/powerpoint/2010/main" val="48737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B0B1-6BD6-6C4E-C22D-E8FBB77B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06AF-732A-D3AE-9C22-DA17A625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problem are you solving with your analysis?</a:t>
            </a:r>
          </a:p>
          <a:p>
            <a:pPr lvl="1"/>
            <a:r>
              <a:rPr lang="en-US" dirty="0"/>
              <a:t>If it is a prediction problem, what are you predicting?</a:t>
            </a:r>
          </a:p>
          <a:p>
            <a:pPr lvl="1"/>
            <a:r>
              <a:rPr lang="en-US" dirty="0"/>
              <a:t>If it is an explanatory analysis, what are you trying to understand or explain?</a:t>
            </a:r>
          </a:p>
          <a:p>
            <a:pPr lvl="1"/>
            <a:r>
              <a:rPr lang="en-US" dirty="0"/>
              <a:t>What is your hypothesis?</a:t>
            </a:r>
          </a:p>
        </p:txBody>
      </p:sp>
    </p:spTree>
    <p:extLst>
      <p:ext uri="{BB962C8B-B14F-4D97-AF65-F5344CB8AC3E}">
        <p14:creationId xmlns:p14="http://schemas.microsoft.com/office/powerpoint/2010/main" val="340672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8A03-03CA-8EF6-5527-03EA6A5B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C35A-17BE-2715-194E-12EE1B21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this a good problem to solve?</a:t>
            </a:r>
          </a:p>
          <a:p>
            <a:r>
              <a:rPr lang="en-US" dirty="0"/>
              <a:t>What made you interested in solving this problem?</a:t>
            </a:r>
          </a:p>
          <a:p>
            <a:r>
              <a:rPr lang="en-US" dirty="0"/>
              <a:t>Have others you have read about worked on similar problems? What did they find?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4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6D08-BA32-EE8B-5784-7A349A91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1C0E3-2843-3CAB-0C0F-44BA72469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did the data come from?</a:t>
            </a:r>
          </a:p>
          <a:p>
            <a:r>
              <a:rPr lang="en-US" dirty="0"/>
              <a:t>Describe the data:</a:t>
            </a:r>
          </a:p>
          <a:p>
            <a:pPr lvl="1"/>
            <a:r>
              <a:rPr lang="en-US" dirty="0"/>
              <a:t>How many observations?</a:t>
            </a:r>
          </a:p>
          <a:p>
            <a:pPr lvl="1"/>
            <a:r>
              <a:rPr lang="en-US" dirty="0"/>
              <a:t>What features does it contain?</a:t>
            </a:r>
          </a:p>
          <a:p>
            <a:pPr lvl="1"/>
            <a:r>
              <a:rPr lang="en-US" dirty="0"/>
              <a:t>Provide summary statistics on the data</a:t>
            </a:r>
          </a:p>
        </p:txBody>
      </p:sp>
    </p:spTree>
    <p:extLst>
      <p:ext uri="{BB962C8B-B14F-4D97-AF65-F5344CB8AC3E}">
        <p14:creationId xmlns:p14="http://schemas.microsoft.com/office/powerpoint/2010/main" val="304655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E792-1AC3-C6B9-C3FA-1BE01C2C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A903-C8EE-4C6B-8893-5DD0E358F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you do to prepare the data for modeling?</a:t>
            </a:r>
          </a:p>
          <a:p>
            <a:r>
              <a:rPr lang="en-US" dirty="0"/>
              <a:t>How did you combine data sources?</a:t>
            </a:r>
          </a:p>
          <a:p>
            <a:r>
              <a:rPr lang="en-US" dirty="0"/>
              <a:t>What assumptions did you check?</a:t>
            </a:r>
          </a:p>
          <a:p>
            <a:r>
              <a:rPr lang="en-US" dirty="0"/>
              <a:t>What models did you fit?</a:t>
            </a:r>
          </a:p>
          <a:p>
            <a:r>
              <a:rPr lang="en-US" dirty="0"/>
              <a:t>Why did you use that approach or approaches?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7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0A0C-28BC-105C-9BDB-3BE53646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CA66E-C079-E391-56FA-7FCC1458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you learn?</a:t>
            </a:r>
          </a:p>
          <a:p>
            <a:pPr lvl="1"/>
            <a:r>
              <a:rPr lang="en-US" dirty="0"/>
              <a:t>If you did a predictive model, how did the predictions perform? Provide measures of performance and an explanation of the features which features were important for model performance</a:t>
            </a:r>
          </a:p>
          <a:p>
            <a:pPr lvl="1"/>
            <a:r>
              <a:rPr lang="en-US" dirty="0"/>
              <a:t>If you did an explanatory model, were the results statistically significant? Provide a table of results and interpret those results.</a:t>
            </a:r>
          </a:p>
        </p:txBody>
      </p:sp>
    </p:spTree>
    <p:extLst>
      <p:ext uri="{BB962C8B-B14F-4D97-AF65-F5344CB8AC3E}">
        <p14:creationId xmlns:p14="http://schemas.microsoft.com/office/powerpoint/2010/main" val="176118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02BF-9223-576E-B449-511E044FE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E755-C0BD-A49E-A60C-A6DFF66D1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Were you surprised by what you found? Why or why not?</a:t>
            </a:r>
          </a:p>
          <a:p>
            <a:r>
              <a:rPr lang="en-US" dirty="0"/>
              <a:t>Can you think of uses for your results? For example:</a:t>
            </a:r>
          </a:p>
          <a:p>
            <a:pPr lvl="1"/>
            <a:r>
              <a:rPr lang="en-US" dirty="0"/>
              <a:t>If you built a predictive model, who would benefit from it and how might they use it in practice?</a:t>
            </a:r>
          </a:p>
          <a:p>
            <a:pPr lvl="1"/>
            <a:r>
              <a:rPr lang="en-US" dirty="0"/>
              <a:t>If you built an explanatory model, who do you think would benefit from the knowledge you have gained? Would the results of your project provide useful information for a business, patient, or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865501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4098-706F-64D9-A46F-3B8C4AB6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AD62-B750-0C90-D986-5139AF4F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references for any papers or websites you used for this project, including the sources of your data</a:t>
            </a:r>
          </a:p>
        </p:txBody>
      </p:sp>
    </p:spTree>
    <p:extLst>
      <p:ext uri="{BB962C8B-B14F-4D97-AF65-F5344CB8AC3E}">
        <p14:creationId xmlns:p14="http://schemas.microsoft.com/office/powerpoint/2010/main" val="3493861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319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Title</vt:lpstr>
      <vt:lpstr>Problem Statement</vt:lpstr>
      <vt:lpstr>Background</vt:lpstr>
      <vt:lpstr>Data Sources</vt:lpstr>
      <vt:lpstr>Methods</vt:lpstr>
      <vt:lpstr>Results</vt:lpstr>
      <vt:lpstr>Discussion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Angelique Z.</dc:creator>
  <cp:lastModifiedBy>Angelique Z.</cp:lastModifiedBy>
  <cp:revision>1</cp:revision>
  <dcterms:created xsi:type="dcterms:W3CDTF">2022-12-08T02:17:55Z</dcterms:created>
  <dcterms:modified xsi:type="dcterms:W3CDTF">2022-12-08T02:38:39Z</dcterms:modified>
</cp:coreProperties>
</file>